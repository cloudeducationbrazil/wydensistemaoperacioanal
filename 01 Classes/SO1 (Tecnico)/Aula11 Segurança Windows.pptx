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91" r:id="rId3"/>
    <p:sldId id="445" r:id="rId4"/>
    <p:sldId id="447" r:id="rId5"/>
    <p:sldId id="448" r:id="rId6"/>
    <p:sldId id="449" r:id="rId7"/>
    <p:sldId id="450" r:id="rId8"/>
    <p:sldId id="451" r:id="rId9"/>
    <p:sldId id="452" r:id="rId10"/>
    <p:sldId id="453" r:id="rId11"/>
    <p:sldId id="454" r:id="rId12"/>
    <p:sldId id="455" r:id="rId13"/>
    <p:sldId id="456" r:id="rId14"/>
    <p:sldId id="457" r:id="rId15"/>
    <p:sldId id="323" r:id="rId16"/>
    <p:sldId id="333" r:id="rId17"/>
    <p:sldId id="334" r:id="rId18"/>
    <p:sldId id="446" r:id="rId19"/>
    <p:sldId id="337" r:id="rId20"/>
    <p:sldId id="309" r:id="rId2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Estilo Médio 3 - Ênfas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297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703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0A62-E92B-F5D2-E16B-B211FF54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6BB3C4-3299-21BE-87EA-11B3FF443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5E6133-0267-7D73-C790-07A2C0A74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9549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8168-539C-DCEF-0192-BB56ECE5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810603-9D19-7B50-FD0C-6296F0664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272969-2BEB-8089-1BF8-EFB2E493E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6624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CE79A-8806-C5F4-5A27-68C46224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425AB0-924B-88E5-D2B6-2DA5E08FC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A36D906-9D2B-BDDA-DC53-1493B420D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125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CEFB-05CF-F5B1-B1D0-316A01BA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718BB9-054F-3F48-A1D5-B5D6FA0B3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B5FBA3-E35C-0666-CD47-E1D58F066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8715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091D-2E6E-7D37-3BD4-386C27BB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8AC27D-2E4D-2F7B-06EF-BC4D64A7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D0786B-9EC2-0E2E-8ECF-4C1506478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9737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5B6D-CBEA-2129-8C2E-8319C8A8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25DDFC-831E-36B7-8FDA-0D4E71625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7F1106-904F-95F7-5320-15A645319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4924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677-EFEA-9C48-71AA-8CDD65E3B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499A8E-7DFD-8D94-95F2-BA55E7B32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5C5067-9460-5A6F-C0A2-E8C8B7A8C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9193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67AA-1BD9-2870-D208-77E030FD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4D27F6-0087-4731-1C57-E442F3FD0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E2C438-8881-51DE-ADB0-B44E1AA27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244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FC64-1736-6F28-DD88-16135B41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21FEB8-B85A-B044-D854-46231B9BA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0AC00D-7E0A-6837-E609-A783EA194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565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25DE-B9E2-1FE8-651A-E843535A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BDAB05-ADC3-7363-EE57-24E997A8B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90DD66-568D-84D3-6201-116D7E1F8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6812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A930-777B-F4BB-D897-7B8C2FFF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5F39972-EF10-3AE1-5D76-FFA41253A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7DDEF3-6157-FD5E-4CC0-2633F1D7A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1655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A941-33F6-1A74-E632-1DD9A932F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5E13AB-4921-04FF-3FD6-B0E2F0B87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277C0A-D891-2880-1FF7-968C2C8D9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0226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t-br/windows/security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kufunda.net/publicdocs/Sistemas%20Operacionais%20Modernos%20(Andrew%20S.%20Tanenbaum,%20Herbert%20Bos)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8V7JALiomW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zADzrfPqSs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t-br/windows/security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Sistemas Operacionais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</a:rPr>
              <a:t>Aulas 11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SO – Segurança Windows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Fundamentos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Segurança da Informação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Conjunto de práticas que visam proteger dados contra acesso não autorizado, perda ou corrupção.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Confidencialidade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Garantia de que apenas pessoas autorizadas tenham acesso às informações.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Integridade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Assegura que os dados não sejam alterados indevidamente.</a:t>
            </a:r>
          </a:p>
        </p:txBody>
      </p:sp>
    </p:spTree>
    <p:extLst>
      <p:ext uri="{BB962C8B-B14F-4D97-AF65-F5344CB8AC3E}">
        <p14:creationId xmlns:p14="http://schemas.microsoft.com/office/powerpoint/2010/main" val="42159922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13C7-430B-BF69-A3C7-E633D1F1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C675DC9-75FF-4181-AE6F-2A2A9F13A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Fundamentos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B244E5E-B5EB-71AC-D032-0B4A28D312D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Disponibilidade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Garante que o sistema e os dados estejam acessíveis quando necessário.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Autenticação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Processo de verificar a identidade do usuário (ex.: login e senha).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Autorização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Definição do que o usuário pode fazer após ser autenticado.</a:t>
            </a:r>
          </a:p>
        </p:txBody>
      </p:sp>
    </p:spTree>
    <p:extLst>
      <p:ext uri="{BB962C8B-B14F-4D97-AF65-F5344CB8AC3E}">
        <p14:creationId xmlns:p14="http://schemas.microsoft.com/office/powerpoint/2010/main" val="4335231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2C61-1E86-6100-433E-7B3D29A9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82B0FF-D7A5-A5E2-72DA-E300336FE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9F969D-2A15-AD0D-85D7-D9673B9D916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Contas de Usuário (UAC)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Introduzido a partir do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Vista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Impede que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programas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façam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alterações sem autorização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administrador.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Níveis de controle ajustáveis em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Painel de Controle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Contas de Usuário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Alterar configurações de Controle de Conta de Usuário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699690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E687-FDD6-9E74-F851-2978CDCC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22AB0E-5E09-0953-2EDC-C512B548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3A8F25-0FAE-A4BE-CCE3-37267E4D9DF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Conta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Administrador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controle total do sistema.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Padrão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uso cotidiano, acesso limitado.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Convidado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acesso temporário e restrito.</a:t>
            </a:r>
          </a:p>
        </p:txBody>
      </p:sp>
    </p:spTree>
    <p:extLst>
      <p:ext uri="{BB962C8B-B14F-4D97-AF65-F5344CB8AC3E}">
        <p14:creationId xmlns:p14="http://schemas.microsoft.com/office/powerpoint/2010/main" val="38011775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4BCA-D086-09AA-7DA2-A4B8D1D8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E975BC-7BC0-C227-9E6E-F787F9B8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FD918D4-047D-A045-E0BC-B2694A4F409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Permissões e NTFS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de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arquivos NTFS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permite definir permissões detalhadas: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Leitura, Gravação, Modificação, Controle Total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Configuradas em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Propriedades → Segurança → Editar → Permissões.</a:t>
            </a:r>
          </a:p>
        </p:txBody>
      </p:sp>
    </p:spTree>
    <p:extLst>
      <p:ext uri="{BB962C8B-B14F-4D97-AF65-F5344CB8AC3E}">
        <p14:creationId xmlns:p14="http://schemas.microsoft.com/office/powerpoint/2010/main" val="14850586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CEFF-084D-D16E-30FE-46BA60CE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157FB50-183C-E111-A2BD-96DDF703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C9FD0F4-74A7-0413-E71C-8C858814CC7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Firewall do Windows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Bloqueia conexões não autorizadas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Configuração via Painel de Controle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Firewall do Windows Defender ou comando: 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netsh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advfirewall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allprofiles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 on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3745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9A71F-1B7C-6F30-5DF5-606B355E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E25023A-1AF1-9F1D-81D7-618264573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DA2F78-0A24-354E-C110-98CF2176EC2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Defender (Segurança do Windows)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Proteção nativa contra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vírus, malware,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spyware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ransomware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Atualização automática via </a:t>
            </a:r>
            <a:r>
              <a:rPr lang="pt-BR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Update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9563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0F8B-005B-FA84-6C3A-636F046F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0E934B-8FAC-8C00-1320-93756214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727B39-0218-3901-ED75-ED7BA9E8424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BitLocker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Criptografa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unidades de disco para proteger dados confidenciais.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Requer Windows Pro ou Enterprise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Ativação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Painel de Controle → Criptografia de Unidade de Disco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BitLocker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41307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55C6-FC62-0F99-3FA8-CCF1580EE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BFC99FF-A1FC-67E1-AD45-CA206FBAC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Mecanismos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Segurança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58DB7F3-8873-2F9B-4655-65E28199384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Auditoria e Logs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 de eventos no Visualizador de Eventos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eventvwr.msc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Permite identificar acessos indevidos e falhas de login.</a:t>
            </a:r>
          </a:p>
        </p:txBody>
      </p:sp>
    </p:spTree>
    <p:extLst>
      <p:ext uri="{BB962C8B-B14F-4D97-AF65-F5344CB8AC3E}">
        <p14:creationId xmlns:p14="http://schemas.microsoft.com/office/powerpoint/2010/main" val="38217459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D6C1-9A10-A23B-90F1-AE24F722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B85FD8-4C66-238E-2EF9-A3C66D1BD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</a:t>
            </a:r>
            <a:r>
              <a:rPr lang="en-US" b="1" dirty="0" err="1">
                <a:solidFill>
                  <a:srgbClr val="0070C0"/>
                </a:solidFill>
              </a:rPr>
              <a:t>Ameaças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Comuns</a:t>
            </a:r>
            <a:r>
              <a:rPr lang="en-US" b="1" dirty="0">
                <a:solidFill>
                  <a:srgbClr val="0070C0"/>
                </a:solidFill>
              </a:rPr>
              <a:t> Windows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B604D0-A325-0325-2DEF-057A1161B4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(vírus,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worms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trojans): executam ações maliciosas.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Ransomware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bloqueia arquivos até pagamento de resgate.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engana usuários para roubar credenciais.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Spyware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coleta informações secretamente.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Ataques de força bruta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tentativa repetida de senhas.</a:t>
            </a:r>
            <a:endParaRPr lang="pt-BR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099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0F50-C9A1-C708-3878-3131EA90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AC54F8-A4F7-1664-9983-62C46308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Boas </a:t>
            </a:r>
            <a:r>
              <a:rPr lang="en-US" b="1" dirty="0" err="1">
                <a:solidFill>
                  <a:srgbClr val="0070C0"/>
                </a:solidFill>
              </a:rPr>
              <a:t>Práticas</a:t>
            </a:r>
            <a:r>
              <a:rPr lang="en-US" b="1" dirty="0">
                <a:solidFill>
                  <a:srgbClr val="0070C0"/>
                </a:solidFill>
              </a:rPr>
              <a:t> no Windows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023CDE-B987-D2C6-8A03-C1B90422FED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Usar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contas padrão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o dia a dia.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sistema 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antivírus atualizados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Evitar execução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arquivos desconhecidos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senhas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fortes e únicas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63212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1909-E2CE-F4DD-F35E-AB211BE2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285490-AFC2-F262-A703-BD3A67FF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 – Boas </a:t>
            </a:r>
            <a:r>
              <a:rPr lang="en-US" b="1" dirty="0" err="1">
                <a:solidFill>
                  <a:srgbClr val="0070C0"/>
                </a:solidFill>
              </a:rPr>
              <a:t>Práticas</a:t>
            </a:r>
            <a:r>
              <a:rPr lang="en-US" b="1" dirty="0">
                <a:solidFill>
                  <a:srgbClr val="0070C0"/>
                </a:solidFill>
              </a:rPr>
              <a:t> no Windows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BAE5881-C5B1-65D4-F132-BF197E76050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Usar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autenticação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dois fatores (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2FA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Evitar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uso de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mídias externas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verificação.</a:t>
            </a:r>
            <a:endParaRPr lang="pt-BR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2788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MICROSOFT. Segurança do Windows: visão geral e práticas recomendadas.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https://learn.microsoft.com/pt-br/windows/security/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TANENBAUM, A. S.; BOS, H. Sistemas Operacionais Modernos. 4. ed. Pearson, 2015. Cap. 9 – Segurança.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https://www.kufunda.net/publicdocs/Sistemas%20Operacionais%20Modernos%20(Andrew%20S.%20Tanenbaum,%20Herbert%20Bos).pdf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deixar o Windows muito mais seguro.	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https://youtu.be/8V7JALiomWA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que serve e como usar 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BitLocker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https://youtu.be/zADzrfPqSsM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em</a:t>
            </a:r>
            <a:r>
              <a:rPr lang="en-US" b="1" dirty="0">
                <a:solidFill>
                  <a:srgbClr val="0070C0"/>
                </a:solidFill>
              </a:rPr>
              <a:t> Grupo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Diferencie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autenticação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autorização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contexto do Windows.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Quais são as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vantagens do NTFS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Technology File System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sobre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FAT32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termos de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Explique como o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BitLocker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contribui para a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proteção de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 três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boas práticas de segurança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sistemas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que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uso do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importante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mesmo para administradores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6ED6-E3AB-CAE2-8F05-36747C2F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63F53E-9554-5198-0737-D622B112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Atividade</a:t>
            </a:r>
            <a:r>
              <a:rPr lang="en-US" b="1" dirty="0">
                <a:solidFill>
                  <a:srgbClr val="0070C0"/>
                </a:solidFill>
              </a:rPr>
              <a:t> Casa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1A69811-DDBA-2831-103F-D7762F3DBCF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contas de usuário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atribuir permissões NTFS em uma pasta compartilhada.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Ativar e testar o Firewall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Windows bloqueando uma porta de rede.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Verificar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de segurança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usando o Visualizador de Eventos.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Criptografar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uma unidade USB com 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BitLocker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Pro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Executar o “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Security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e interpretar o relatório.</a:t>
            </a: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1852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TANENBAUM, Andrew S.; BOS, Herbert.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Sistemas Operacionais Modernos. 4. ed. São Paulo: Pearson, 2015.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CORPORATION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Documentação de Segurança do Windows. Redmond: Microsoft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 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https://learn.microsoft.com/pt-br/windows/security/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Sistemas Operacionais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11307</TotalTime>
  <Words>824</Words>
  <Application>Microsoft Office PowerPoint</Application>
  <PresentationFormat>Apresentação na tela (16:9)</PresentationFormat>
  <Paragraphs>146</Paragraphs>
  <Slides>20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Sistemas Operacionais</vt:lpstr>
      <vt:lpstr>Aulas 11 SO – Segurança Windows</vt:lpstr>
      <vt:lpstr>SO – Fundamentos de Segurança</vt:lpstr>
      <vt:lpstr>SO – Fundamentos de Segurança</vt:lpstr>
      <vt:lpstr>SO – Mecanismos de Segurança</vt:lpstr>
      <vt:lpstr>SO – Mecanismos de Segurança</vt:lpstr>
      <vt:lpstr>SO – Mecanismos de Segurança</vt:lpstr>
      <vt:lpstr>SO – Mecanismos de Segurança</vt:lpstr>
      <vt:lpstr>SO – Mecanismos de Segurança</vt:lpstr>
      <vt:lpstr>SO – Mecanismos de Segurança</vt:lpstr>
      <vt:lpstr>SO – Mecanismos de Segurança</vt:lpstr>
      <vt:lpstr>SO – Ameaças Comuns Windows</vt:lpstr>
      <vt:lpstr>SO – Boas Práticas no Windows</vt:lpstr>
      <vt:lpstr>SO – Boas Práticas no Windows</vt:lpstr>
      <vt:lpstr>Leitura Específica</vt:lpstr>
      <vt:lpstr>Aprenda+</vt:lpstr>
      <vt:lpstr>Dinâmica em Grupo</vt:lpstr>
      <vt:lpstr>Atividade Casa</vt:lpstr>
      <vt:lpstr>Referências Bibliográficas</vt:lpstr>
      <vt:lpstr>Sistemas Operacionais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1845</cp:revision>
  <dcterms:created xsi:type="dcterms:W3CDTF">2020-03-17T20:12:34Z</dcterms:created>
  <dcterms:modified xsi:type="dcterms:W3CDTF">2025-10-31T12:22:38Z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